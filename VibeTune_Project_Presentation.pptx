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343" r:id="rId2"/>
    <p:sldId id="382" r:id="rId3"/>
    <p:sldId id="385" r:id="rId4"/>
    <p:sldId id="389" r:id="rId5"/>
    <p:sldId id="394" r:id="rId6"/>
    <p:sldId id="379" r:id="rId7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87" autoAdjust="0"/>
    <p:restoredTop sz="87391" autoAdjust="0"/>
  </p:normalViewPr>
  <p:slideViewPr>
    <p:cSldViewPr>
      <p:cViewPr varScale="1">
        <p:scale>
          <a:sx n="61" d="100"/>
          <a:sy n="61" d="100"/>
        </p:scale>
        <p:origin x="1656" y="6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24057EBB-660A-43A0-966A-D3E9611F3C24}" type="datetimeFigureOut">
              <a:rPr lang="en-US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pPr>
              <a:defRPr/>
            </a:pPr>
            <a:fld id="{BE6E500A-687A-4443-967F-E96F54034DEC}" type="slidenum">
              <a:rPr lang="en-US" altLang="en-US"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E3C056C-027C-4517-9F2C-14EA8B4DAB62}" type="datetimeFigureOut">
              <a:rPr lang="en-US"/>
              <a:t>10/29/2026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IN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71856DFE-BE16-4CC5-9594-0A3C2847E45D}" type="slidenum">
              <a:rPr lang="en-US" altLang="en-US"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DEE99D-93DE-49B2-8C91-1A110D73478C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5EEA00-4003-40A4-AF96-F937033C05D3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35F5F0-144B-454D-AA6E-76F7769055A4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8292E9-ED20-4F67-BC04-E0C2EC7BD808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F258F5-D352-4CFA-8038-794A7A6B09A0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5CF95B-8DAB-4B22-AEC5-49B9AA88FF96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ABE194-2EA6-4D37-851B-D25378EE66EB}" type="datetimeFigureOut">
              <a:rPr lang="en-US"/>
              <a:t>10/29/2026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DABD7E-1FF2-4E65-8F33-3DB0E036FF04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9C87EAC-303F-422A-98C3-D4A9B8402F79}" type="datetimeFigureOut">
              <a:rPr lang="en-US"/>
              <a:t>10/29/2026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7C751E-9DC7-40D0-A6F7-EC5DFE815D77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AD25F-50D4-47DC-9DE5-16FFF817840F}" type="datetimeFigureOut">
              <a:rPr lang="en-US"/>
              <a:t>10/29/2026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341666-1A35-41E7-BBF2-DCA39BF3E67D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CEB94E-090C-42B8-AF5C-B3375B21B1D5}" type="datetimeFigureOut">
              <a:rPr lang="en-US"/>
              <a:t>10/29/2026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E22CB1-11EF-4D89-AC0E-871ADE631428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B26E08-C315-45F0-9018-F488B6C48ED4}" type="datetimeFigureOut">
              <a:rPr lang="en-US"/>
              <a:t>10/29/2026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F0FD063-8E11-4EC8-B001-2E383267008C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IN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BE748E-F5EE-48D8-A4D9-087BBCA9BCF9}" type="datetimeFigureOut">
              <a:rPr lang="en-US"/>
              <a:t>10/29/2026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5FD6239-EC8E-4355-A32C-4AC04E0AA757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6618AB-4014-4666-AECB-85791B208C00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2D6FE08-C41B-47D2-ADBE-96D416466654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F96406-032D-467E-A375-BA82B9C9A2FF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6890C8-EE15-4B24-9D4E-BAE57BEF44EB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 descr="F:\2018\HITAM\001 NAAC Presentation\ARTWORK\03 HITAM Coverpage_v3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381000" y="6521450"/>
            <a:ext cx="4572000" cy="200025"/>
          </a:xfrm>
          <a:prstGeom prst="rect">
            <a:avLst/>
          </a:prstGeom>
          <a:noFill/>
          <a:ln>
            <a:noFill/>
          </a:ln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/>
              <a:t>© Copyrights 2018 HITAM. All rights reserved.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8431213" y="6521450"/>
            <a:ext cx="457200" cy="246063"/>
          </a:xfrm>
          <a:prstGeom prst="rect">
            <a:avLst/>
          </a:prstGeom>
        </p:spPr>
        <p:txBody>
          <a:bodyPr lIns="0">
            <a:spAutoFit/>
          </a:bodyPr>
          <a:lstStyle/>
          <a:p>
            <a:pPr algn="r" eaLnBrk="1" hangingPunct="1">
              <a:defRPr/>
            </a:pPr>
            <a:fld id="{9DDFBEEC-32BA-4C5E-90EB-4F36C2604E20}" type="slidenum">
              <a:rPr lang="en-US" altLang="en-US" sz="1000">
                <a:solidFill>
                  <a:srgbClr val="3C3C3C"/>
                </a:solidFill>
                <a:cs typeface="Arial" panose="020B0604020202020204" pitchFamily="34" charset="0"/>
              </a:rPr>
              <a:t>‹#›</a:t>
            </a:fld>
            <a:endParaRPr lang="en-US" altLang="en-US" sz="1000">
              <a:solidFill>
                <a:srgbClr val="3C3C3C"/>
              </a:solidFill>
              <a:cs typeface="Arial" panose="020B0604020202020204" pitchFamily="34" charset="0"/>
            </a:endParaRP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77CFD3-467A-40AC-8280-AAD5752F2BF6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 descr="F:\2018\HITAM\001 NAAC Presentation\ARTWORK\03 HITAM Thank you_03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Rectangle 2"/>
          <p:cNvSpPr/>
          <p:nvPr/>
        </p:nvSpPr>
        <p:spPr>
          <a:xfrm>
            <a:off x="381000" y="6521450"/>
            <a:ext cx="4572000" cy="200025"/>
          </a:xfrm>
          <a:prstGeom prst="rect">
            <a:avLst/>
          </a:prstGeom>
        </p:spPr>
        <p:txBody>
          <a:bodyPr lIns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00" dirty="0">
                <a:latin typeface="+mn-lt"/>
                <a:cs typeface="+mn-cs"/>
              </a:rPr>
              <a:t>© Copyrights 2018 HITAM. All rights reserved.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31213" y="6521450"/>
            <a:ext cx="457200" cy="246063"/>
          </a:xfrm>
          <a:prstGeom prst="rect">
            <a:avLst/>
          </a:prstGeom>
        </p:spPr>
        <p:txBody>
          <a:bodyPr lIns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fld id="{B638DEC8-AB49-4F99-8472-D9246843CFDD}" type="slidenum">
              <a:rPr lang="en-US" sz="100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cs typeface="+mn-cs"/>
              </a:rPr>
              <a:t>‹#›</a:t>
            </a:fld>
            <a:endParaRPr lang="en-US" sz="1000" dirty="0">
              <a:solidFill>
                <a:schemeClr val="tx1">
                  <a:lumMod val="90000"/>
                  <a:lumOff val="10000"/>
                </a:schemeClr>
              </a:solidFill>
              <a:latin typeface="+mn-lt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D22866B-7F3F-4CD8-8A96-61D0C963C972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BEE9EA-824E-44AB-A545-4BA5F5BC4B73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6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eaLnBrk="1" hangingPunct="1">
              <a:defRPr sz="1200">
                <a:solidFill>
                  <a:srgbClr val="898989"/>
                </a:solidFill>
                <a:latin typeface="Calibri" panose="020F0502020204030204" charset="0"/>
              </a:defRPr>
            </a:lvl1pPr>
          </a:lstStyle>
          <a:p>
            <a:pPr>
              <a:defRPr/>
            </a:pPr>
            <a:fld id="{1D22866B-7F3F-4CD8-8A96-61D0C963C972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ctr" eaLnBrk="1" hangingPunct="1">
              <a:defRPr sz="1200">
                <a:solidFill>
                  <a:srgbClr val="898989"/>
                </a:solidFill>
                <a:latin typeface="Calibri" panose="020F0502020204030204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charset="0"/>
              </a:defRPr>
            </a:lvl1pPr>
          </a:lstStyle>
          <a:p>
            <a:pPr>
              <a:defRPr/>
            </a:pPr>
            <a:fld id="{CABEE9EA-824E-44AB-A545-4BA5F5BC4B73}" type="slidenum">
              <a:rPr lang="en-US" altLang="en-US"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 spd="med" advClick="0" advTm="400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MS PGothic" panose="020B0600070205080204" pitchFamily="34" charset="-128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  <a:ea typeface="MS PGothic" panose="020B0600070205080204" pitchFamily="34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  <a:ea typeface="MS PGothic" panose="020B0600070205080204" pitchFamily="34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  <a:ea typeface="MS PGothic" panose="020B0600070205080204" pitchFamily="34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  <a:ea typeface="MS PGothic" panose="020B0600070205080204" pitchFamily="34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Box 3"/>
          <p:cNvSpPr txBox="1">
            <a:spLocks noChangeArrowheads="1"/>
          </p:cNvSpPr>
          <p:nvPr/>
        </p:nvSpPr>
        <p:spPr bwMode="auto">
          <a:xfrm>
            <a:off x="346075" y="469900"/>
            <a:ext cx="6475413" cy="132207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  <a:scene3d>
              <a:camera prst="orthographicFront"/>
              <a:lightRig rig="threePt" dir="t"/>
            </a:scene3d>
          </a:bodyPr>
          <a:lstStyle/>
          <a:p>
            <a:pPr algn="ctr" eaLnBrk="1" hangingPunct="1"/>
            <a:endParaRPr lang="en-US" altLang="en-US" sz="2400" b="1" dirty="0">
              <a:solidFill>
                <a:schemeClr val="bg1"/>
              </a:solidFill>
            </a:endParaRPr>
          </a:p>
          <a:p>
            <a:pPr algn="ctr" eaLnBrk="1" hangingPunct="1"/>
            <a:r>
              <a:rPr lang="en-US" altLang="en-US" sz="2800" b="1" dirty="0"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charset="0"/>
                <a:cs typeface="Times New Roman" panose="02020603050405020304" charset="0"/>
              </a:rPr>
              <a:t>Hyderabad Institute of Technology and Management</a:t>
            </a:r>
          </a:p>
        </p:txBody>
      </p:sp>
      <p:sp>
        <p:nvSpPr>
          <p:cNvPr id="3076" name="TextBox 1"/>
          <p:cNvSpPr txBox="1">
            <a:spLocks noChangeArrowheads="1"/>
          </p:cNvSpPr>
          <p:nvPr/>
        </p:nvSpPr>
        <p:spPr bwMode="auto">
          <a:xfrm>
            <a:off x="6012160" y="3509269"/>
            <a:ext cx="2133600" cy="3683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</a:bodyPr>
          <a:lstStyle/>
          <a:p>
            <a:r>
              <a:rPr lang="en-US" sz="1400" b="1">
                <a:solidFill>
                  <a:schemeClr val="bg1"/>
                </a:solidFill>
              </a:rPr>
              <a:t>Date: 30-10-2026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1560" y="2148403"/>
            <a:ext cx="8064896" cy="460375"/>
          </a:xfrm>
          <a:prstGeom prst="rect">
            <a:avLst/>
          </a:prstGeom>
          <a:noFill/>
        </p:spPr>
        <p:txBody>
          <a:bodyPr wrap="square">
            <a:spAutoFit/>
            <a:scene3d>
              <a:camera prst="orthographicFront"/>
              <a:lightRig rig="threePt" dir="t"/>
            </a:scene3d>
          </a:bodyPr>
          <a:lstStyle/>
          <a:p>
            <a:pPr algn="ctr"/>
            <a:r>
              <a:rPr lang="en-US" sz="2200" b="1">
                <a:solidFill>
                  <a:prstClr val="white"/>
                </a:solidFill>
              </a:rPr>
              <a:t>VibeTune: AI-Powered Music Streaming &amp; Productivity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12160" y="4137759"/>
            <a:ext cx="2520280" cy="458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>
                <a:solidFill>
                  <a:schemeClr val="bg1"/>
                </a:solidFill>
              </a:rPr>
              <a:t>Guide:</a:t>
            </a:r>
          </a:p>
          <a:p>
            <a:r>
              <a:rPr lang="en-US" sz="1400" b="1">
                <a:solidFill>
                  <a:schemeClr val="bg1"/>
                </a:solidFill>
              </a:rPr>
              <a:t>Mr Shaik Meer Subhani Ali</a:t>
            </a:r>
          </a:p>
        </p:txBody>
      </p:sp>
      <p:sp>
        <p:nvSpPr>
          <p:cNvPr id="2" name="TextBox 8"/>
          <p:cNvSpPr txBox="1"/>
          <p:nvPr/>
        </p:nvSpPr>
        <p:spPr>
          <a:xfrm>
            <a:off x="827256" y="3788802"/>
            <a:ext cx="4392816" cy="1337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>
                <a:solidFill>
                  <a:schemeClr val="bg1"/>
                </a:solidFill>
              </a:rPr>
              <a:t>Student details:</a:t>
            </a:r>
          </a:p>
          <a:p>
            <a:r>
              <a:rPr lang="en-US" sz="1400" b="1">
                <a:solidFill>
                  <a:schemeClr val="bg1"/>
                </a:solidFill>
              </a:rPr>
              <a:t>G. Veena    (23E51Axxxx)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619672" y="476885"/>
            <a:ext cx="59766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 eaLnBrk="1" hangingPunct="1">
              <a:defRPr/>
            </a:pPr>
            <a:r>
              <a:rPr lang="en-IN" sz="2400" dirty="0">
                <a:solidFill>
                  <a:schemeClr val="bg1"/>
                </a:solidFill>
              </a:rPr>
              <a:t>Technical/Domain Knowledge Gained</a:t>
            </a:r>
            <a:endParaRPr kumimoji="0" lang="en-US" altLang="en-US" sz="2400" b="1" i="0" u="none" strike="noStrike" kern="1200" cap="none" spc="0" normalizeH="0" baseline="0" noProof="0" dirty="0"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uLnTx/>
              <a:uFillTx/>
              <a:latin typeface="Times New Roman" panose="02020603050405020304" charset="0"/>
              <a:ea typeface="MS PGothic" panose="020B0600070205080204" pitchFamily="34" charset="-128"/>
              <a:cs typeface="Times New Roman" panose="0202060305040502030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50000" y="1550000"/>
            <a:ext cx="8100000" cy="48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/>
              </a:rPr>
              <a:t>Frontend Development: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React 19, TypeScript, and Vite for building high-performance web components.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/>
              </a:rPr>
              <a:t>Audio Engineering: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HTML5 Audio and Web Audio API for playback, gain crossfading, and audio filtering.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/>
              </a:rPr>
              <a:t>Styling &amp; UI Design: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Tailwind CSS v4 for creating responsive, glassmorphic interfaces across all screens.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/>
              </a:rPr>
              <a:t>State Management: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React Context API for managing active audio state, queue controls, and favorites.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/>
              </a:rPr>
              <a:t>Storage &amp; Privacy: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HTML5 File and Blob APIs for secure, offline audio playback with zero cloud uploads.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/>
              </a:rPr>
              <a:t>Version Control: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Git and GitHub for source-code management and repository hosting.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/>
              </a:rPr>
              <a:t>Cloud &amp; DevOps: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AWS EC2, Ubuntu Server, Nginx, and Docker for containerized deployment.</a:t>
            </a:r>
          </a:p>
        </p:txBody>
      </p:sp>
    </p:spTree>
  </p:cSld>
  <p:clrMapOvr>
    <a:masterClrMapping/>
  </p:clrMapOvr>
  <p:transition spd="med" advClick="0" advTm="4000"/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357605" y="476672"/>
            <a:ext cx="4284774" cy="830997"/>
          </a:xfrm>
          <a:prstGeom prst="rect">
            <a:avLst/>
          </a:prstGeom>
          <a:noFill/>
        </p:spPr>
        <p:txBody>
          <a:bodyPr wrap="square">
            <a:spAutoFit/>
            <a:scene3d>
              <a:camera prst="orthographicFront"/>
              <a:lightRig rig="threePt" dir="t"/>
            </a:scene3d>
          </a:bodyPr>
          <a:lstStyle/>
          <a:p>
            <a:pPr lvl="0" algn="just" eaLnBrk="1" hangingPunct="1">
              <a:defRPr/>
            </a:pPr>
            <a:r>
              <a:rPr lang="en-IN" sz="2400" dirty="0">
                <a:solidFill>
                  <a:schemeClr val="bg1"/>
                </a:solidFill>
              </a:rPr>
              <a:t>Problem-Solving &amp; Analytical Thinking</a:t>
            </a:r>
            <a:endParaRPr kumimoji="0" lang="en-US" altLang="en-US" sz="2400" b="1" i="0" u="none" strike="noStrike" kern="1200" cap="none" spc="0" normalizeH="0" baseline="0" noProof="0" dirty="0"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uLnTx/>
              <a:uFillTx/>
              <a:latin typeface="Times New Roman" panose="02020603050405020304" charset="0"/>
              <a:ea typeface="MS PGothic" panose="020B0600070205080204" pitchFamily="34" charset="-128"/>
              <a:cs typeface="Times New Roman" panose="02020603050405020304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50000" y="1550000"/>
            <a:ext cx="8100000" cy="48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Identified user friction with commercial streaming platforms (paywalls, forced logins, restricted queues).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Designed a frictionless, open web player requiring no account creation or login.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Eliminated abrupt song transitions by implementing an intelligent gain-ramp crossfade algorithm.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Addressed personal file privacy and cloud storage costs using browser-native Blob URLs (Local Vault).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Integrated a Pomodoro focus timer with auto-pausing audio triggers to merge music with productivity.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Resolved TypeScript strict build errors, audio state lag, and cross-browser playback inconsistencies.</a:t>
            </a:r>
          </a:p>
        </p:txBody>
      </p:sp>
    </p:spTree>
  </p:cSld>
  <p:clrMapOvr>
    <a:masterClrMapping/>
  </p:clrMapOvr>
  <p:transition spd="med" advClick="0" advTm="4000"/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971600" y="307975"/>
            <a:ext cx="6338520" cy="8242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algn="just" eaLnBrk="1" hangingPunct="1">
              <a:defRPr/>
            </a:pPr>
            <a:r>
              <a:rPr lang="en-IN" sz="2800" dirty="0">
                <a:solidFill>
                  <a:schemeClr val="bg1"/>
                </a:solidFill>
              </a:rPr>
              <a:t>Implementation/</a:t>
            </a:r>
          </a:p>
          <a:p>
            <a:pPr lvl="0" algn="just" eaLnBrk="1" hangingPunct="1">
              <a:defRPr/>
            </a:pPr>
            <a:r>
              <a:rPr lang="en-IN" sz="2800" dirty="0">
                <a:solidFill>
                  <a:schemeClr val="bg1"/>
                </a:solidFill>
              </a:rPr>
              <a:t>Technical Execution</a:t>
            </a:r>
            <a:endParaRPr kumimoji="0" lang="en-US" altLang="en-US" sz="2800" b="1" i="0" u="none" strike="noStrike" kern="1200" cap="none" spc="0" normalizeH="0" baseline="0" noProof="0" dirty="0"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uLnTx/>
              <a:uFillTx/>
              <a:latin typeface="Times New Roman" panose="02020603050405020304" charset="0"/>
              <a:ea typeface="MS PGothic" panose="020B0600070205080204" pitchFamily="34" charset="-128"/>
              <a:cs typeface="Times New Roman" panose="0202060305040502030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50000" y="1550000"/>
            <a:ext cx="8100000" cy="48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ct val="40000"/>
              </a:spcBef>
              <a:buNone/>
            </a:pPr>
            <a:r>
              <a:rPr lang="en-US" sz="1500" b="1">
                <a:solidFill>
                  <a:srgbClr val="1E3A8A"/>
                </a:solidFill>
                <a:latin typeface="Segoe UI"/>
              </a:rPr>
              <a:t>System Architecture: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Developer -&gt; GitHub -&gt; Docker -&gt; AWS EC2 -&gt; Nginx -&gt; User Browser</a:t>
            </a:r>
          </a:p>
          <a:p>
            <a:pPr algn="l">
              <a:spcBef>
                <a:spcPct val="40000"/>
              </a:spcBef>
              <a:buNone/>
            </a:pPr>
            <a:r>
              <a:rPr lang="en-US" sz="1500" b="1">
                <a:solidFill>
                  <a:srgbClr val="1E3A8A"/>
                </a:solidFill>
                <a:latin typeface="Segoe UI"/>
              </a:rPr>
              <a:t>Application Components: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/>
              </a:rPr>
              <a:t>Frontend: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React 19, TypeScript, and Tailwind CSS v4.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/>
              </a:rPr>
              <a:t>Audio Engine: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HTML5 Media Streams &amp; Web Audio API (audioEngine.ts).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/>
              </a:rPr>
              <a:t>State &amp; Storage: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React Context API (VibeTuneContext) and HTML5 Blob URLs.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/>
              </a:rPr>
              <a:t>Cloud &amp; Server: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AWS EC2 Ubuntu Server, Nginx web server, and Docker.</a:t>
            </a:r>
          </a:p>
          <a:p>
            <a:pPr algn="l">
              <a:spcBef>
                <a:spcPct val="40000"/>
              </a:spcBef>
              <a:buNone/>
            </a:pPr>
            <a:r>
              <a:rPr lang="en-US" sz="1500" b="1">
                <a:solidFill>
                  <a:srgbClr val="1E3A8A"/>
                </a:solidFill>
                <a:latin typeface="Segoe UI"/>
              </a:rPr>
              <a:t>Implementation Workflow: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00" b="0" dirty="0">
                <a:solidFill>
                  <a:srgbClr val="334155"/>
                </a:solidFill>
                <a:latin typeface="Segoe UI"/>
              </a:rPr>
              <a:t>1. Develop modular React components and the core dual-audio engine.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00" b="0" dirty="0">
                <a:solidFill>
                  <a:srgbClr val="334155"/>
                </a:solidFill>
                <a:latin typeface="Segoe UI"/>
              </a:rPr>
              <a:t>2. Manage source code and version tracking using GitHub.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00" b="0" dirty="0">
                <a:solidFill>
                  <a:srgbClr val="334155"/>
                </a:solidFill>
                <a:latin typeface="Segoe UI"/>
              </a:rPr>
              <a:t>3. Containerize the production application using multi-stage Docker builds.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00" b="0" dirty="0">
                <a:solidFill>
                  <a:srgbClr val="334155"/>
                </a:solidFill>
                <a:latin typeface="Segoe UI"/>
              </a:rPr>
              <a:t>4. Deploy and serve the application on an AWS EC2 instance using Nginx.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00" b="0" dirty="0">
                <a:solidFill>
                  <a:srgbClr val="334155"/>
                </a:solidFill>
                <a:latin typeface="Segoe UI"/>
              </a:rPr>
              <a:t>5. Verify audio streaming, focus timer automation, and local file playback.</a:t>
            </a:r>
          </a:p>
        </p:txBody>
      </p:sp>
    </p:spTree>
  </p:cSld>
  <p:clrMapOvr>
    <a:masterClrMapping/>
  </p:clrMapOvr>
  <p:transition spd="med" advClick="0" advTm="4000"/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dirty="0">
                <a:solidFill>
                  <a:schemeClr val="bg1"/>
                </a:solidFill>
              </a:rPr>
              <a:t>Results &amp; Testing</a:t>
            </a:r>
            <a:endParaRPr lang="en-US" altLang="en-US" sz="3600" b="1" dirty="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ct val="40000"/>
              </a:spcBef>
              <a:buNone/>
            </a:pPr>
            <a:r>
              <a:rPr lang="en-US" sz="1500" b="1">
                <a:solidFill>
                  <a:srgbClr val="1E3A8A"/>
                </a:solidFill>
                <a:latin typeface="Segoe UI"/>
              </a:rPr>
              <a:t>Project Results: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Developed a responsive web platform combining music streaming with productivity tools.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Enabled instant playback across remote curated tracks, AI mood playlists, and local files.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Integrated a custom audio engine featuring seamless crossfading and real-time audio controls.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Created a modern glassmorphic interface fully responsive across mobile, tablet, and desktop.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Established a containerized deployment workflow using Docker and AWS EC2.</a:t>
            </a:r>
          </a:p>
          <a:p>
            <a:pPr algn="l">
              <a:spcBef>
                <a:spcPct val="40000"/>
              </a:spcBef>
              <a:buNone/>
            </a:pPr>
            <a:r>
              <a:rPr lang="en-US" sz="1500" b="1">
                <a:solidFill>
                  <a:srgbClr val="1E3A8A"/>
                </a:solidFill>
                <a:latin typeface="Segoe UI"/>
              </a:rPr>
              <a:t>Testing Performed: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Checked audio player controls (play, pause, seek, volume, shuffle, and queue management).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Verified drag-and-drop local audio file playback using the Local Vault.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Tested Pomodoro timer intervals and audio ducking upon timer completion.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Verified responsive UI layouts across mobile (375px), tablet (768px), and desktop (1080p).</a:t>
            </a:r>
          </a:p>
          <a:p>
            <a:pPr marL="300000" indent="-220000" algn="l">
              <a:lnSpc>
                <a:spcPct val="110000"/>
              </a:lnSpc>
              <a:spcBef>
                <a:spcPct val="25000"/>
              </a:spcBef>
              <a:buFont typeface="Arial"/>
              <a:buChar char="•"/>
            </a:pPr>
            <a:r>
              <a:rPr lang="en-US" sz="1350" b="0" dirty="0">
                <a:solidFill>
                  <a:srgbClr val="334155"/>
                </a:solidFill>
                <a:latin typeface="Segoe UI"/>
              </a:rPr>
              <a:t>Tested production build stability, Lighthouse performance (98+), and Docker container execution.</a:t>
            </a:r>
          </a:p>
        </p:txBody>
      </p:sp>
    </p:spTree>
  </p:cSld>
  <p:clrMapOvr>
    <a:masterClrMapping/>
  </p:clrMapOvr>
  <p:transition spd="med" advClick="0" advTm="400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827584" y="2937743"/>
            <a:ext cx="7376002" cy="1306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500" b="1">
                <a:solidFill>
                  <a:schemeClr val="bg1"/>
                </a:solidFill>
              </a:rPr>
              <a:t>THANK YOU!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624"/>
            <a:ext cx="9144000" cy="6813376"/>
          </a:xfrm>
          <a:prstGeom prst="rect">
            <a:avLst/>
          </a:prstGeom>
        </p:spPr>
      </p:pic>
    </p:spTree>
  </p:cSld>
  <p:clrMapOvr>
    <a:masterClrMapping/>
  </p:clrMapOvr>
  <p:transition spd="med" advClick="0" advTm="4000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39</Words>
  <Application>Microsoft Office PowerPoint</Application>
  <PresentationFormat>On-screen Show (4:3)</PresentationFormat>
  <Paragraphs>14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Results &amp; Testing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Surendra</dc:creator>
  <cp:keywords>No Markings</cp:keywords>
  <cp:lastModifiedBy>Chinna</cp:lastModifiedBy>
  <cp:revision>578</cp:revision>
  <dcterms:created xsi:type="dcterms:W3CDTF">2015-03-23T06:05:00Z</dcterms:created>
  <dcterms:modified xsi:type="dcterms:W3CDTF">2026-10-29T08:55:35Z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26d20aed-1ce2-4553-8cc3-74c0fea27252</vt:lpwstr>
  </property>
  <property fmtid="{D5CDD505-2E9C-101B-9397-08002B2CF9AE}" pid="3" name="XilinxClassification">
    <vt:lpwstr>No Markings</vt:lpwstr>
  </property>
  <property fmtid="{D5CDD505-2E9C-101B-9397-08002B2CF9AE}" pid="4" name="ICV">
    <vt:lpwstr>E7E89D13343E43D68497B63BBCD081AB_12</vt:lpwstr>
  </property>
  <property fmtid="{D5CDD505-2E9C-101B-9397-08002B2CF9AE}" pid="5" name="KSOProductBuildVer">
    <vt:lpwstr>1033-12.1.0.28485</vt:lpwstr>
  </property>
</Properties>
</file>