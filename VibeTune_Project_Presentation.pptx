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43" r:id="rId2"/>
    <p:sldId id="382" r:id="rId3"/>
    <p:sldId id="385" r:id="rId4"/>
    <p:sldId id="389" r:id="rId5"/>
    <p:sldId id="394" r:id="rId6"/>
    <p:sldId id="379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87391" autoAdjust="0"/>
  </p:normalViewPr>
  <p:slideViewPr>
    <p:cSldViewPr>
      <p:cViewPr varScale="1">
        <p:scale>
          <a:sx n="61" d="100"/>
          <a:sy n="61" d="100"/>
        </p:scale>
        <p:origin x="1656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4057EBB-660A-43A0-966A-D3E9611F3C24}" type="datetimeFigureOut">
              <a:rPr lang="en-US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BE6E500A-687A-4443-967F-E96F54034DEC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E3C056C-027C-4517-9F2C-14EA8B4DAB62}" type="datetimeFigureOut">
              <a:rPr lang="en-US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856DFE-BE16-4CC5-9594-0A3C2847E45D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EE99D-93DE-49B2-8C91-1A110D73478C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EEA00-4003-40A4-AF96-F937033C05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5F5F0-144B-454D-AA6E-76F7769055A4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292E9-ED20-4F67-BC04-E0C2EC7BD808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258F5-D352-4CFA-8038-794A7A6B09A0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CF95B-8DAB-4B22-AEC5-49B9AA88FF9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BE194-2EA6-4D37-851B-D25378EE66EB}" type="datetimeFigureOut">
              <a:rPr lang="en-US"/>
              <a:t>10/29/2026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BD7E-1FF2-4E65-8F33-3DB0E036FF0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87EAC-303F-422A-98C3-D4A9B8402F79}" type="datetimeFigureOut">
              <a:rPr lang="en-US"/>
              <a:t>10/29/2026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C751E-9DC7-40D0-A6F7-EC5DFE815D7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AD25F-50D4-47DC-9DE5-16FFF817840F}" type="datetimeFigureOut">
              <a:rPr lang="en-US"/>
              <a:t>10/29/2026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41666-1A35-41E7-BBF2-DCA39BF3E67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EB94E-090C-42B8-AF5C-B3375B21B1D5}" type="datetimeFigureOut">
              <a:rPr lang="en-US"/>
              <a:t>10/29/2026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22CB1-11EF-4D89-AC0E-871ADE631428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26E08-C315-45F0-9018-F488B6C48ED4}" type="datetimeFigureOut">
              <a:rPr lang="en-US"/>
              <a:t>10/29/2026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FD063-8E11-4EC8-B001-2E383267008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E748E-F5EE-48D8-A4D9-087BBCA9BCF9}" type="datetimeFigureOut">
              <a:rPr lang="en-US"/>
              <a:t>10/29/2026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D6239-EC8E-4355-A32C-4AC04E0AA75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618AB-4014-4666-AECB-85791B208C00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6FE08-C41B-47D2-ADBE-96D41646665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96406-032D-467E-A375-BA82B9C9A2FF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890C8-EE15-4B24-9D4E-BAE57BEF44E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F:\2018\HITAM\001 NAAC Presentation\ARTWORK\03 HITAM Coverpage_v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381000" y="652145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/>
              <a:t>© Copyrights 2018 HITAM. All rights reserved.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431213" y="6521450"/>
            <a:ext cx="457200" cy="246063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algn="r" eaLnBrk="1" hangingPunct="1">
              <a:defRPr/>
            </a:pPr>
            <a:fld id="{9DDFBEEC-32BA-4C5E-90EB-4F36C2604E20}" type="slidenum">
              <a:rPr lang="en-US" altLang="en-US" sz="1000">
                <a:solidFill>
                  <a:srgbClr val="3C3C3C"/>
                </a:solidFill>
                <a:cs typeface="Arial" panose="020B0604020202020204" pitchFamily="34" charset="0"/>
              </a:rPr>
              <a:t>‹#›</a:t>
            </a:fld>
            <a:endParaRPr lang="en-US" altLang="en-US" sz="1000">
              <a:solidFill>
                <a:srgbClr val="3C3C3C"/>
              </a:solidFill>
              <a:cs typeface="Arial" panose="020B0604020202020204" pitchFamily="34" charset="0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7CFD3-467A-40AC-8280-AAD5752F2B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F:\2018\HITAM\001 NAAC Presentation\ARTWORK\03 HITAM Thank you_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6521450"/>
            <a:ext cx="4572000" cy="200025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latin typeface="+mn-lt"/>
                <a:cs typeface="+mn-cs"/>
              </a:rPr>
              <a:t>© Copyrights 2018 HITAM. All rights reserved.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31213" y="6521450"/>
            <a:ext cx="457200" cy="246063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638DEC8-AB49-4F99-8472-D9246843CFDD}" type="slidenum">
              <a:rPr lang="en-US" sz="10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cs typeface="+mn-cs"/>
              </a:rPr>
              <a:t>‹#›</a:t>
            </a:fld>
            <a:endParaRPr lang="en-US" sz="10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22866B-7F3F-4CD8-8A96-61D0C963C972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BEE9EA-824E-44AB-A545-4BA5F5BC4B7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med" advClick="0" advTm="4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charset="0"/>
              </a:defRPr>
            </a:lvl1pPr>
          </a:lstStyle>
          <a:p>
            <a:pPr>
              <a:defRPr/>
            </a:pPr>
            <a:fld id="{1D22866B-7F3F-4CD8-8A96-61D0C963C972}" type="datetimeFigureOut">
              <a:rPr lang="en-US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charset="0"/>
              </a:defRPr>
            </a:lvl1pPr>
          </a:lstStyle>
          <a:p>
            <a:pPr>
              <a:defRPr/>
            </a:pPr>
            <a:fld id="{CABEE9EA-824E-44AB-A545-4BA5F5BC4B73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 advClick="0" advTm="4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346075" y="469900"/>
            <a:ext cx="6475413" cy="13220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/>
            <a:endParaRPr lang="en-US" altLang="en-US" sz="2400" b="1" dirty="0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Hyderabad Institute of Technology and Management</a:t>
            </a:r>
          </a:p>
        </p:txBody>
      </p:sp>
      <p:sp>
        <p:nvSpPr>
          <p:cNvPr id="3076" name="TextBox 1"/>
          <p:cNvSpPr txBox="1">
            <a:spLocks noChangeArrowheads="1"/>
          </p:cNvSpPr>
          <p:nvPr/>
        </p:nvSpPr>
        <p:spPr bwMode="auto">
          <a:xfrm>
            <a:off x="6012160" y="3509269"/>
            <a:ext cx="21336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Date: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560" y="2148403"/>
            <a:ext cx="8064896" cy="4603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2200" b="1">
                <a:solidFill>
                  <a:prstClr val="white"/>
                </a:solidFill>
              </a:rPr>
              <a:t>VibeTune: AI-Powered Music Streaming &amp; Productivity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2160" y="4137759"/>
            <a:ext cx="25202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Internal Guide:</a:t>
            </a:r>
          </a:p>
          <a:p>
            <a:r>
              <a:rPr lang="en-US" sz="1400" b="1">
                <a:solidFill>
                  <a:schemeClr val="bg1"/>
                </a:solidFill>
              </a:rPr>
              <a:t>Mr. Shaik Meer Subhani Ali</a:t>
            </a:r>
          </a:p>
          <a:p>
            <a:r>
              <a:rPr lang="en-US" sz="1200">
                <a:solidFill>
                  <a:schemeClr val="bg1"/>
                </a:solidFill>
              </a:rPr>
              <a:t>Assistant Professor, Dept. of CSE (AI &amp; ML)</a:t>
            </a:r>
          </a:p>
        </p:txBody>
      </p:sp>
      <p:sp>
        <p:nvSpPr>
          <p:cNvPr id="2" name="TextBox 8"/>
          <p:cNvSpPr txBox="1"/>
          <p:nvPr/>
        </p:nvSpPr>
        <p:spPr>
          <a:xfrm>
            <a:off x="827256" y="3788802"/>
            <a:ext cx="4392816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Presented By:</a:t>
            </a:r>
          </a:p>
          <a:p>
            <a:r>
              <a:rPr lang="en-US" sz="1400" b="1">
                <a:solidFill>
                  <a:schemeClr val="bg1"/>
                </a:solidFill>
              </a:rPr>
              <a:t>G. Veena</a:t>
            </a:r>
          </a:p>
          <a:p>
            <a:r>
              <a:rPr lang="en-US" sz="1200">
                <a:solidFill>
                  <a:schemeClr val="bg1"/>
                </a:solidFill>
              </a:rPr>
              <a:t>Roll No: 23E51Axxxx | III Year B.Tech (CSE - AI &amp; ML)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19672" y="476885"/>
            <a:ext cx="5976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1" hangingPunct="1">
              <a:defRPr/>
            </a:pPr>
            <a:r>
              <a:rPr lang="en-IN" sz="2400" dirty="0">
                <a:solidFill>
                  <a:schemeClr val="bg1"/>
                </a:solidFill>
              </a:rPr>
              <a:t>Technical/Domain Knowledge Gained</a:t>
            </a:r>
            <a:endParaRPr kumimoji="0" lang="en-US" altLang="en-US" sz="2400" b="1" i="0" u="none" strike="noStrike" kern="120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0000" y="1550000"/>
            <a:ext cx="81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React 19 &amp; TypeScript: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Modular, strictly-typed component architecture ensuring compile-time reliability.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Web Audio API Dual-Engine: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Low-latency browser sound routing with dynamic GainNode crossfading and filters.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Modern Responsive UI: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Fluid glassmorphic design crafted with Tailwind CSS v4 across mobile and desktop.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Context API &amp; Local Vault: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Centralized global state with 100% offline, privacy-first playback using Blob URLs.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Docker &amp; Cloud DevOps: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Multi-stage containerization with Alpine Nginx, GitHub CI/CD, and AWS EC2 hosting.</a:t>
            </a:r>
          </a:p>
        </p:txBody>
      </p:sp>
    </p:spTree>
  </p:cSld>
  <p:clrMapOvr>
    <a:masterClrMapping/>
  </p:clrMapOvr>
  <p:transition spd="med" advClick="0" advTm="4000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57605" y="476672"/>
            <a:ext cx="4284774" cy="83099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just" eaLnBrk="1" hangingPunct="1">
              <a:defRPr/>
            </a:pPr>
            <a:r>
              <a:rPr lang="en-IN" sz="2400" dirty="0">
                <a:solidFill>
                  <a:schemeClr val="bg1"/>
                </a:solidFill>
              </a:rPr>
              <a:t>Problem-Solving &amp; Analytical Thinking</a:t>
            </a:r>
            <a:endParaRPr kumimoji="0" lang="en-US" altLang="en-US" sz="2400" b="1" i="0" u="none" strike="noStrike" kern="120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0000" y="1550000"/>
            <a:ext cx="81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Eliminating Paywalls &amp; Authentication Friction: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Overcame commercial streaming hurdles (Spotify/Apple Music paywalls) by designing a completely free, frictionless web player requiring zero sign-ins.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Audio Discontinuity &amp; Abrupt Transitions: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Eliminated harsh track transitions by engineering an intelligent exponential gain-ramp crossfading algorithm, preserving study focus.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Privacy &amp; Zero-Cost Storage with Local Vault: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Solved cloud storage costs and personal data exposure by executing 100% client-side blob rendering for user MP3/WAV files with zero server storage overhead.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Bridging Music Streaming with Deep Productivity: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Addressed context-switching between audio players and study tools by integrating a Pomodoro focus timer with auto-pausing audio triggers and ambient noise synthesis.</a:t>
            </a:r>
          </a:p>
        </p:txBody>
      </p:sp>
    </p:spTree>
  </p:cSld>
  <p:clrMapOvr>
    <a:masterClrMapping/>
  </p:clrMapOvr>
  <p:transition spd="med" advClick="0" advTm="4000"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1600" y="307975"/>
            <a:ext cx="6338520" cy="824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 eaLnBrk="1" hangingPunct="1">
              <a:defRPr/>
            </a:pPr>
            <a:r>
              <a:rPr lang="en-IN" sz="2800" dirty="0">
                <a:solidFill>
                  <a:schemeClr val="bg1"/>
                </a:solidFill>
              </a:rPr>
              <a:t>Implementation/</a:t>
            </a:r>
          </a:p>
          <a:p>
            <a:pPr lvl="0" algn="just" eaLnBrk="1" hangingPunct="1">
              <a:defRPr/>
            </a:pPr>
            <a:r>
              <a:rPr lang="en-IN" sz="2800" dirty="0">
                <a:solidFill>
                  <a:schemeClr val="bg1"/>
                </a:solidFill>
              </a:rPr>
              <a:t>Technical Execution</a:t>
            </a:r>
            <a:endParaRPr kumimoji="0" lang="en-US" altLang="en-US" sz="2800" b="1" i="0" u="none" strike="noStrike" kern="120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0000" y="1550000"/>
            <a:ext cx="81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Decoupled Three-Tier Client Architecture: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Structured into UI Presentation Layer (React 19 components), Global Context State (VibeTuneContext), and Native Audio Pipeline (audioEngine.ts).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Core Functional Modules: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Engineered AudioPlayer (waveform seekbar, volume control, queue drawer), AI Vibe Studio (prompt-driven mood playlist generation), and Focus Mode (Pomodoro intervals).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Smart Search &amp; Queue Optimization: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Implemented real-time fuzzy filtering over tracks, artists, albums, and tags with O(1) queue insertion and dynamic shuffle algorithms.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Local Audio Vault: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Engineered drag-and-drop file ingestion using HTML5 File API and URL.createObjectURL for instant, memory-efficient offline audio playback.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Deployment &amp; Version Control Pipeline: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Maintained modular Git branch commits pushed to GitHub (github.com/Veena2708/vibe-tune) and containerized with Docker.</a:t>
            </a:r>
          </a:p>
        </p:txBody>
      </p:sp>
    </p:spTree>
  </p:cSld>
  <p:clrMapOvr>
    <a:masterClrMapping/>
  </p:clrMapOvr>
  <p:transition spd="med" advClick="0" advTm="400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Results &amp; Testing</a:t>
            </a:r>
            <a:endParaRPr lang="en-US" altLang="en-US" sz="36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Ultra-Fast Performance &amp; Build Optimization: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Vite 7 build compiles in &lt;1.2s with gzipped bundle size &lt;160 KB. Achieved 98+ Google Lighthouse Performance and 100% Accessibility score.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Sub-50ms Playback Initialization: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Dual-engine audio pipeline initiates remote streams and local blob audio in under 50ms with seamless seek scrubbing and zero buffer stall.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Cross-Browser &amp; Multi-Device Validation: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Extensively verified on Chromium, Gecko (Firefox), and WebKit (Safari) across Mobile (375px), Tablet (768px), and Desktop (1080p/4K) viewports.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Focus Mode Automation Accuracy: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Validated 25m work / 5m break interval cycles, smooth audio volume ducking on timer expiration, and audio state preservation.</a:t>
            </a:r>
          </a:p>
          <a:p>
            <a:pPr marL="342900" indent="-285750" algn="l">
              <a:lnSpc>
                <a:spcPct val="115000"/>
              </a:lnSpc>
              <a:spcBef>
                <a:spcPct val="35000"/>
              </a:spcBef>
              <a:buFont typeface="Arial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Segoe UI"/>
              </a:rPr>
              <a:t>Stress &amp; Queue Capacity Testing: </a:t>
            </a:r>
            <a:r>
              <a:rPr lang="en-US" sz="1350" b="0" dirty="0">
                <a:solidFill>
                  <a:srgbClr val="334155"/>
                </a:solidFill>
                <a:latin typeface="Segoe UI"/>
              </a:rPr>
              <a:t>Successfully stress-tested playback queue with 500+ items maintaining 60 FPS animations, smooth scrolling, and zero memory leaks.</a:t>
            </a:r>
          </a:p>
        </p:txBody>
      </p:sp>
    </p:spTree>
  </p:cSld>
  <p:clrMapOvr>
    <a:masterClrMapping/>
  </p:clrMapOvr>
  <p:transition spd="med" advClick="0" advTm="4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27584" y="2937743"/>
            <a:ext cx="7376002" cy="1306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6000" b="1" dirty="0"/>
              <a:t>THANK YOU</a:t>
            </a:r>
          </a:p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E2E8F0"/>
                </a:solidFill>
              </a:rPr>
              <a:t>VibeTune: AI Music Streaming &amp; Productivity Suite</a:t>
            </a:r>
          </a:p>
          <a:p>
            <a:pPr algn="ctr"/>
            <a:r>
              <a:rPr lang="en-US" sz="1400" b="0">
                <a:solidFill>
                  <a:srgbClr val="CBD5E1"/>
                </a:solidFill>
              </a:rPr>
              <a:t>GitHub: https://github.com/Veena2708/vibe-tune  |  Local: http://localhost:5173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4"/>
            <a:ext cx="9144000" cy="6813376"/>
          </a:xfrm>
          <a:prstGeom prst="rect">
            <a:avLst/>
          </a:prstGeom>
        </p:spPr>
      </p:pic>
    </p:spTree>
  </p:cSld>
  <p:clrMapOvr>
    <a:masterClrMapping/>
  </p:clrMapOvr>
  <p:transition spd="med" advClick="0" advTm="4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Results &amp; Testing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Surendra</dc:creator>
  <cp:keywords>No Markings</cp:keywords>
  <cp:lastModifiedBy>Chinna</cp:lastModifiedBy>
  <cp:revision>578</cp:revision>
  <dcterms:created xsi:type="dcterms:W3CDTF">2015-03-23T06:05:00Z</dcterms:created>
  <dcterms:modified xsi:type="dcterms:W3CDTF">2026-10-29T08:55:35Z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26d20aed-1ce2-4553-8cc3-74c0fea27252</vt:lpwstr>
  </property>
  <property fmtid="{D5CDD505-2E9C-101B-9397-08002B2CF9AE}" pid="3" name="XilinxClassification">
    <vt:lpwstr>No Markings</vt:lpwstr>
  </property>
  <property fmtid="{D5CDD505-2E9C-101B-9397-08002B2CF9AE}" pid="4" name="ICV">
    <vt:lpwstr>E7E89D13343E43D68497B63BBCD081AB_12</vt:lpwstr>
  </property>
  <property fmtid="{D5CDD505-2E9C-101B-9397-08002B2CF9AE}" pid="5" name="KSOProductBuildVer">
    <vt:lpwstr>1033-12.1.0.28485</vt:lpwstr>
  </property>
</Properties>
</file>